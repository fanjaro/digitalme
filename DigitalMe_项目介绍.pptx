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DigitalMe — AI 多维度精准健康分析系统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EE2E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✖"/>
            </a:pPr>
            <a:r>
              <a:rPr lang="en-US" sz="10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类医学检测数据结构各异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✖"/>
            </a:pPr>
            <a:r>
              <a:rPr lang="en-US" sz="10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人工解读效率低、一致性差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✖"/>
            </a:pPr>
            <a:r>
              <a:rPr lang="en-US" sz="10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各维度数据孤立，缺乏综合分析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✖"/>
            </a:pPr>
            <a:r>
              <a:rPr lang="en-US" sz="10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新检测类型接入周期长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43400" y="12573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846320" y="73152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CCFBF1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777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1024128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✔"/>
            </a:pPr>
            <a:r>
              <a:rPr lang="en-US" sz="10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多 Agent 系统自动提取 + 标准化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✔"/>
            </a:pPr>
            <a:r>
              <a:rPr lang="en-US" sz="10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专业医学提示词驱动，报告质量稳定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✔"/>
            </a:pPr>
            <a:r>
              <a:rPr lang="en-US" sz="10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跨维度综合健康画像，一站式报告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✔"/>
            </a:pPr>
            <a:r>
              <a:rPr lang="en-US" sz="10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即插即用架构，新维度零代码接入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2585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 12 大健康维度，构建全面健康画像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578608"/>
            <a:ext cx="2029968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57860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微生物组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889504"/>
            <a:ext cx="2029968" cy="256032"/>
          </a:xfrm>
          <a:prstGeom prst="roundRect">
            <a:avLst>
              <a:gd name="adj" fmla="val 14286"/>
            </a:avLst>
          </a:prstGeom>
          <a:solidFill>
            <a:srgbClr val="D1FAE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88950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肠道微生物 CD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2029968" cy="256032"/>
          </a:xfrm>
          <a:prstGeom prst="roundRect">
            <a:avLst>
              <a:gd name="adj" fmla="val 14286"/>
            </a:avLst>
          </a:prstGeom>
          <a:solidFill>
            <a:srgbClr val="D1FAE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0040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皮肤微生物 PF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511296"/>
            <a:ext cx="2029968" cy="256032"/>
          </a:xfrm>
          <a:prstGeom prst="roundRect">
            <a:avLst>
              <a:gd name="adj" fmla="val 14286"/>
            </a:avLst>
          </a:prstGeom>
          <a:solidFill>
            <a:srgbClr val="D1FAE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51129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女性私密 SMX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822192"/>
            <a:ext cx="2029968" cy="256032"/>
          </a:xfrm>
          <a:prstGeom prst="roundRect">
            <a:avLst>
              <a:gd name="adj" fmla="val 14286"/>
            </a:avLst>
          </a:prstGeom>
          <a:solidFill>
            <a:srgbClr val="D1FAE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82219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男性私密 SMY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32888" y="2578608"/>
            <a:ext cx="2029968" cy="256032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2532888" y="257860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免疫系统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32888" y="2889504"/>
            <a:ext cx="2029968" cy="256032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32888" y="288950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抗体免疫力 MY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32888" y="3200400"/>
            <a:ext cx="2029968" cy="256032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32888" y="320040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自身免疫抗体 ZM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32888" y="3511296"/>
            <a:ext cx="2029968" cy="256032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32888" y="351129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过敏原IgE GM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32888" y="3822192"/>
            <a:ext cx="2029968" cy="256032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32888" y="382219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食物不耐受 SW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0016" y="2578608"/>
            <a:ext cx="2029968" cy="256032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4700016" y="257860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肿瘤与风险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0016" y="2889504"/>
            <a:ext cx="2029968" cy="256032"/>
          </a:xfrm>
          <a:prstGeom prst="roundRect">
            <a:avLst>
              <a:gd name="adj" fmla="val 14286"/>
            </a:avLst>
          </a:prstGeom>
          <a:solidFill>
            <a:srgbClr val="FFEDD5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0016" y="288950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肿瘤ct-DNA ZL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0016" y="3200400"/>
            <a:ext cx="2029968" cy="256032"/>
          </a:xfrm>
          <a:prstGeom prst="roundRect">
            <a:avLst>
              <a:gd name="adj" fmla="val 14286"/>
            </a:avLst>
          </a:prstGeom>
          <a:solidFill>
            <a:srgbClr val="FFEDD5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0016" y="320040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5大疾病风险 DR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00016" y="3511296"/>
            <a:ext cx="2029968" cy="256032"/>
          </a:xfrm>
          <a:prstGeom prst="roundRect">
            <a:avLst>
              <a:gd name="adj" fmla="val 14286"/>
            </a:avLst>
          </a:prstGeom>
          <a:solidFill>
            <a:srgbClr val="FFEDD5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0016" y="351129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体细胞遗传 YC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867144" y="2578608"/>
            <a:ext cx="2029968" cy="256032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/>
        </p:spPr>
      </p:sp>
      <p:sp>
        <p:nvSpPr>
          <p:cNvPr id="41" name="Text 39"/>
          <p:cNvSpPr/>
          <p:nvPr/>
        </p:nvSpPr>
        <p:spPr>
          <a:xfrm>
            <a:off x="6867144" y="257860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综合评估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867144" y="2889504"/>
            <a:ext cx="2029968" cy="256032"/>
          </a:xfrm>
          <a:prstGeom prst="roundRect">
            <a:avLst>
              <a:gd name="adj" fmla="val 14286"/>
            </a:avLst>
          </a:prstGeom>
          <a:solidFill>
            <a:srgbClr val="EDE9FE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67144" y="288950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衰老/亚健康 AGING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5760" y="39319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关键价值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65760" y="4206240"/>
            <a:ext cx="2029968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65760" y="4261104"/>
            <a:ext cx="45720" cy="6949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" y="4242816"/>
            <a:ext cx="1801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502920" y="4535424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检测维度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2920" y="4709160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微生物+免疫+肿瘤+衰老全覆盖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532888" y="4206240"/>
            <a:ext cx="2029968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532888" y="4261104"/>
            <a:ext cx="45720" cy="6949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2" name="Text 50"/>
          <p:cNvSpPr/>
          <p:nvPr/>
        </p:nvSpPr>
        <p:spPr>
          <a:xfrm>
            <a:off x="2670048" y="4242816"/>
            <a:ext cx="1801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秒级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2670048" y="4535424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报告生成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670048" y="4709160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并行分析，替代人工数小时解读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700016" y="4206240"/>
            <a:ext cx="2029968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700016" y="4261104"/>
            <a:ext cx="45720" cy="69494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7" name="Text 55"/>
          <p:cNvSpPr/>
          <p:nvPr/>
        </p:nvSpPr>
        <p:spPr>
          <a:xfrm>
            <a:off x="4837176" y="4242816"/>
            <a:ext cx="1801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AI问诊</a:t>
            </a:r>
            <a:endParaRPr lang="en-US" sz="2400" dirty="0"/>
          </a:p>
        </p:txBody>
      </p:sp>
      <p:sp>
        <p:nvSpPr>
          <p:cNvPr id="58" name="Text 56"/>
          <p:cNvSpPr/>
          <p:nvPr/>
        </p:nvSpPr>
        <p:spPr>
          <a:xfrm>
            <a:off x="4837176" y="4535424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交互体验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837176" y="4709160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引导式对话，从症状到报告全流程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867144" y="4206240"/>
            <a:ext cx="2029968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867144" y="4261104"/>
            <a:ext cx="45720" cy="69494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2" name="Text 60"/>
          <p:cNvSpPr/>
          <p:nvPr/>
        </p:nvSpPr>
        <p:spPr>
          <a:xfrm>
            <a:off x="7004304" y="4242816"/>
            <a:ext cx="1801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零代码</a:t>
            </a:r>
            <a:endParaRPr lang="en-US" sz="2400" dirty="0"/>
          </a:p>
        </p:txBody>
      </p:sp>
      <p:sp>
        <p:nvSpPr>
          <p:cNvPr id="63" name="Text 61"/>
          <p:cNvSpPr/>
          <p:nvPr/>
        </p:nvSpPr>
        <p:spPr>
          <a:xfrm>
            <a:off x="7004304" y="4535424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扩展成本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004304" y="4709160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新增检测维度无需修改核心系统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 — 如何支撑业务价值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多 Agent 并行编排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1051560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051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健康对话入口</a:t>
            </a:r>
            <a:endParaRPr lang="en-US" sz="12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用户症状描述 + AI 引导问诊 (WebSocket)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51760" y="1508760"/>
            <a:ext cx="0" cy="29260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63677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005840" y="1801368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18013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Supervisor 调度中心</a:t>
            </a:r>
            <a:endParaRPr lang="en-US" sz="12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获取用户元数据 + 智能路由分发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51760" y="2258568"/>
            <a:ext cx="0" cy="29260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238658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816352" y="22951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Send() 并行扇出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005840" y="2551176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CCFBF1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05840" y="28803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个专业 Agent 并行分析  —  每个 Agent = 独立医学专家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097280" y="2596896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25968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27632" y="2596896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1627632" y="25968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PF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57984" y="2596896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2157984" y="25968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88336" y="2596896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2688336" y="25968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18688" y="2596896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3218688" y="25968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49040" y="2596896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3749040" y="25968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651760" y="3054096"/>
            <a:ext cx="0" cy="29260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14600" y="318211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816352" y="30906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结果聚合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005840" y="3346704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05840" y="334670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综合报告生成</a:t>
            </a:r>
            <a:endParaRPr lang="en-US" sz="12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跨维度交叉分析 + 健康建议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1480" y="3986784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自动识别样本前缀 → 精准匹配对应 Agent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11480" y="418795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线程安全 + 异步并发 → 秒级完成 12 维度分析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120640" y="713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即插即用扩展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120640" y="1014984"/>
            <a:ext cx="37490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257800" y="1124712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5257800" y="1124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96128" y="10972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generator.py + 数据文件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96128" y="128016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自动生成完整 Agent 文件夹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257800" y="1600200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5257800" y="1600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596128" y="15727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config.yaml 自动发现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96128" y="17556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零主代码修改，即放即用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257800" y="2075688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6" name="Text 44"/>
          <p:cNvSpPr/>
          <p:nvPr/>
        </p:nvSpPr>
        <p:spPr>
          <a:xfrm>
            <a:off x="5257800" y="2075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96128" y="204825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12 维度 → 可无限扩展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96128" y="223113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新增检测类型从数周缩短到分钟级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120640" y="2788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引导式问诊流程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120640" y="3090672"/>
            <a:ext cx="374904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294376" y="3227832"/>
            <a:ext cx="548640" cy="36576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</p:sp>
      <p:sp>
        <p:nvSpPr>
          <p:cNvPr id="52" name="Text 50"/>
          <p:cNvSpPr/>
          <p:nvPr/>
        </p:nvSpPr>
        <p:spPr>
          <a:xfrm>
            <a:off x="5294376" y="3227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症状描述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843016" y="33009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007608" y="3227832"/>
            <a:ext cx="548640" cy="36576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55" name="Text 53"/>
          <p:cNvSpPr/>
          <p:nvPr/>
        </p:nvSpPr>
        <p:spPr>
          <a:xfrm>
            <a:off x="6007608" y="3227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AI追问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556248" y="33009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720840" y="3227832"/>
            <a:ext cx="548640" cy="365760"/>
          </a:xfrm>
          <a:prstGeom prst="roundRect">
            <a:avLst>
              <a:gd name="adj" fmla="val 10000"/>
            </a:avLst>
          </a:prstGeom>
          <a:solidFill>
            <a:srgbClr val="F97316"/>
          </a:solidFill>
          <a:ln/>
        </p:spPr>
      </p:sp>
      <p:sp>
        <p:nvSpPr>
          <p:cNvPr id="58" name="Text 56"/>
          <p:cNvSpPr/>
          <p:nvPr/>
        </p:nvSpPr>
        <p:spPr>
          <a:xfrm>
            <a:off x="6720840" y="3227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维度推荐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269480" y="33009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434072" y="3227832"/>
            <a:ext cx="548640" cy="36576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/>
        </p:spPr>
      </p:sp>
      <p:sp>
        <p:nvSpPr>
          <p:cNvPr id="61" name="Text 59"/>
          <p:cNvSpPr/>
          <p:nvPr/>
        </p:nvSpPr>
        <p:spPr>
          <a:xfrm>
            <a:off x="7434072" y="3227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并行分析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982712" y="33009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147304" y="3227832"/>
            <a:ext cx="548640" cy="36576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</p:sp>
      <p:sp>
        <p:nvSpPr>
          <p:cNvPr id="64" name="Text 62"/>
          <p:cNvSpPr/>
          <p:nvPr/>
        </p:nvSpPr>
        <p:spPr>
          <a:xfrm>
            <a:off x="8147304" y="3227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综合报告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294376" y="3648456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↺  多轮深入分析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257800" y="3886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无需专业背景，AI 引导完成从症状到报告的全流程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202936" y="4572000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68" name="Text 66"/>
          <p:cNvSpPr/>
          <p:nvPr/>
        </p:nvSpPr>
        <p:spPr>
          <a:xfrm>
            <a:off x="5202936" y="45720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LangGraph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934456" y="4572000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70" name="Text 68"/>
          <p:cNvSpPr/>
          <p:nvPr/>
        </p:nvSpPr>
        <p:spPr>
          <a:xfrm>
            <a:off x="5934456" y="45720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AI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665976" y="4572000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72" name="Text 70"/>
          <p:cNvSpPr/>
          <p:nvPr/>
        </p:nvSpPr>
        <p:spPr>
          <a:xfrm>
            <a:off x="6665976" y="45720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7397496" y="4572000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74" name="Text 72"/>
          <p:cNvSpPr/>
          <p:nvPr/>
        </p:nvSpPr>
        <p:spPr>
          <a:xfrm>
            <a:off x="7397496" y="45720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WebSocket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8129016" y="4572000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76" name="Text 74"/>
          <p:cNvSpPr/>
          <p:nvPr/>
        </p:nvSpPr>
        <p:spPr>
          <a:xfrm>
            <a:off x="8129016" y="45720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DigitalMe - AI 多维度精准健康分析系统</dc:title>
  <dc:subject>PptxGenJS Presentation</dc:subject>
  <dc:creator>DigitalMe Team</dc:creator>
  <cp:lastModifiedBy>DigitalMe Team</cp:lastModifiedBy>
  <cp:revision>1</cp:revision>
  <dcterms:created xsi:type="dcterms:W3CDTF">2026-03-23T11:52:16Z</dcterms:created>
  <dcterms:modified xsi:type="dcterms:W3CDTF">2026-03-23T11:52:16Z</dcterms:modified>
</cp:coreProperties>
</file>